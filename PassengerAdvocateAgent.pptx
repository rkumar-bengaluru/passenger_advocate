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AA43C-A833-026C-9D14-29A704BA23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BCA28B-CFED-6B4C-A676-6F7648F3AF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8C7C27-1318-9540-89B4-84BEC75EA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BFBBC-8315-4350-831B-666CA5C07010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C673E-AADA-F035-A399-4264885C5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770FFE-197F-4ACC-07BA-E04BA736E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73801-F57B-440B-ACA6-D37DFAB90D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095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DF0A8-C632-D757-02E3-5AA31AAFF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D3DBA-1AB8-A5D6-326D-D721038D65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EC866C-759F-6AA6-8429-26CC24315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BFBBC-8315-4350-831B-666CA5C07010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09947B-4B79-5264-F333-FA65D09B6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20A30F-696F-99C8-D98F-B089986EE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73801-F57B-440B-ACA6-D37DFAB90D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6948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CF43D-2B6D-675D-657B-E58AA02F1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345C3E-66A6-75D9-5D63-BB54DA6CA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C9575E-9556-485A-9842-BC87A76BD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BFBBC-8315-4350-831B-666CA5C07010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4BD63-7599-E897-9C4C-64799B237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33869-C4E1-AAB7-21A2-0100D7E97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73801-F57B-440B-ACA6-D37DFAB90D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702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522B0-5730-8F6E-A61C-C531C098F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9E536-C939-3C81-C511-2EFE97EF82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143133-15DF-E2D7-0F68-659F699296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E4C8B7-0952-A976-FD79-A3737CF22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BFBBC-8315-4350-831B-666CA5C07010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4805F9-BDAD-EF11-7229-D5A8CB25D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59CED-E927-CED4-7C7C-722104F9E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73801-F57B-440B-ACA6-D37DFAB90D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1331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BA78A-0603-1DDB-E9F3-6FF95B53E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F2BB91-CD50-8FFB-B6F2-BB50DC2B21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943B95-52CE-63CA-6748-2639508051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864208-882A-90FC-B000-A8392BD9B2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F095CA-6567-E437-04B8-B7D9187719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E6BE4D-3236-2233-77A1-B117AD140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BFBBC-8315-4350-831B-666CA5C07010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DD5CE3-A2A7-881E-AB02-93493585C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BC0AC3-87BE-5512-5147-5A5098167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73801-F57B-440B-ACA6-D37DFAB90D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6472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C5896-3A4E-BB58-D301-CB4AF1FB2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4DC102-3C0B-051D-54BE-074A58051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BFBBC-8315-4350-831B-666CA5C07010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787914-3101-F67B-DEA3-5798B1918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6CD40C-1B0E-DEBA-C2D4-2972A47A2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73801-F57B-440B-ACA6-D37DFAB90D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7178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40DCA8-5163-A83C-4210-7DE7F3232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BFBBC-8315-4350-831B-666CA5C07010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D06EBF-5AF9-F537-C0CE-9A5F55C64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6250F3-3441-A254-DEFD-3C4A2E939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73801-F57B-440B-ACA6-D37DFAB90D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393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82E78-60E3-CE37-015C-B27875C91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427A1C-B2B4-E1A4-999E-5F8AD4D1C9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8CBBDA-663B-4282-D26C-772EBA30FB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62158F-AF4B-5EE6-25EB-FFAFBFC39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BFBBC-8315-4350-831B-666CA5C07010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2CF9BB-CD49-A943-C488-680AE7735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F5459C-31B3-FBED-8A4E-4FE84BCD7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73801-F57B-440B-ACA6-D37DFAB90D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5514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98D45-E94C-7C80-F880-587F4CB53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24E067-FFDD-AD67-4B74-F562969393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EBFD8B-9970-F88D-A115-E84CF1A10E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DB1EA6-2B02-AF48-161F-29389BE2E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BFBBC-8315-4350-831B-666CA5C07010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6DB46E-F23F-97C5-2954-84424D083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AD5054-E065-899C-1B9C-19D4074FD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73801-F57B-440B-ACA6-D37DFAB90D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0473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2B4E9-78C8-2630-B238-5CAD6EDDB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62AE83-72E2-D618-81A2-2B54022CAA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59E4BC-2ECE-5B99-A154-3EA337E2F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BFBBC-8315-4350-831B-666CA5C07010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A05A43-4CC8-8622-23A7-C0745054C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D4330-F5B9-9C0F-1479-50BDA8768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73801-F57B-440B-ACA6-D37DFAB90D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6403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3C8D5D-7466-75C7-610C-F63F521D03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895547-AD9C-4CF2-27D6-EEE238C196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51EDE-0D95-FC81-4C84-0B3A691B5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BFBBC-8315-4350-831B-666CA5C07010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7F7B54-998C-B791-4DAB-8732A5B3E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9A010-AE48-800E-FF6A-83E650374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73801-F57B-440B-ACA6-D37DFAB90D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51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95E1F8-2521-0479-0102-0667C20A2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3B706-30E2-D9FE-7E95-CD778E475A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5B848C-9973-799D-21E1-C151E88598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7BFBBC-8315-4350-831B-666CA5C07010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BB1140-D2E7-70BE-D246-9D457BCAE0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ACDE9D-A06C-DFA9-ABB3-7370DF3940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B73801-F57B-440B-ACA6-D37DFAB90D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365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CD6C7-E3DE-12F4-E0D7-EA8F95C365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FE9B9E-C638-0829-65F7-AB9E84BA57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44457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7B603D50-C188-C75A-BEB9-CC0E7CED920F}"/>
              </a:ext>
            </a:extLst>
          </p:cNvPr>
          <p:cNvGrpSpPr/>
          <p:nvPr/>
        </p:nvGrpSpPr>
        <p:grpSpPr>
          <a:xfrm>
            <a:off x="443060" y="0"/>
            <a:ext cx="11748940" cy="6617754"/>
            <a:chOff x="443060" y="0"/>
            <a:chExt cx="11748940" cy="661775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7181B82-1C35-8559-2893-CE5824E35F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20913" y="0"/>
              <a:ext cx="8516539" cy="790685"/>
            </a:xfrm>
            <a:prstGeom prst="rect">
              <a:avLst/>
            </a:prstGeom>
          </p:spPr>
        </p:pic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D400E14B-3474-B6F3-6C4E-4510E16985A6}"/>
                </a:ext>
              </a:extLst>
            </p:cNvPr>
            <p:cNvGrpSpPr/>
            <p:nvPr/>
          </p:nvGrpSpPr>
          <p:grpSpPr>
            <a:xfrm>
              <a:off x="443060" y="944736"/>
              <a:ext cx="4958498" cy="1923222"/>
              <a:chOff x="399964" y="816766"/>
              <a:chExt cx="6585298" cy="2232040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AAFE26B3-300C-AFDE-859D-6FDE1B7350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964" y="1465803"/>
                <a:ext cx="2607186" cy="1192911"/>
              </a:xfrm>
              <a:prstGeom prst="rect">
                <a:avLst/>
              </a:prstGeom>
            </p:spPr>
          </p:pic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24070A02-1009-12A7-8D8F-B5A937F8E6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07150" y="1075713"/>
                <a:ext cx="2318993" cy="1973093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234909E7-E84F-35BB-6795-E71F9AD4D2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855029" y="816766"/>
                <a:ext cx="4130233" cy="1298073"/>
              </a:xfrm>
              <a:prstGeom prst="rect">
                <a:avLst/>
              </a:prstGeom>
            </p:spPr>
          </p:pic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F180B62C-9A83-2E70-793D-0903E25843C2}"/>
                </a:ext>
              </a:extLst>
            </p:cNvPr>
            <p:cNvGrpSpPr/>
            <p:nvPr/>
          </p:nvGrpSpPr>
          <p:grpSpPr>
            <a:xfrm>
              <a:off x="2986757" y="2063212"/>
              <a:ext cx="3916807" cy="3200333"/>
              <a:chOff x="5750350" y="1746437"/>
              <a:chExt cx="4933544" cy="4266516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48DB5715-C97B-9C14-070D-DE8B08E7DD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064485" y="1746437"/>
                <a:ext cx="3072967" cy="1411904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BFECE2E0-7371-E990-DF12-ECE9FEED5C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750350" y="3144903"/>
                <a:ext cx="4933544" cy="2868050"/>
              </a:xfrm>
              <a:prstGeom prst="rect">
                <a:avLst/>
              </a:prstGeom>
            </p:spPr>
          </p:pic>
        </p:grp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E6FFB851-45B4-5433-4FE5-DF1C8B09779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89099" y="5072824"/>
              <a:ext cx="7912122" cy="1544930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83932551-50CB-A3B1-AD03-D264BF92593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703273" y="995595"/>
              <a:ext cx="5488727" cy="3954338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126D00F4-F22E-5D3A-9809-46736BD040D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20384255">
              <a:off x="6510060" y="2428953"/>
              <a:ext cx="616016" cy="3429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68853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301BBA-C8A6-D911-4516-866F7C4370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352" y="208211"/>
            <a:ext cx="10445150" cy="6649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042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404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kumar, Rupak - Contractor {PEP}</dc:creator>
  <cp:lastModifiedBy>kumar, Rupak - Contractor {PEP}</cp:lastModifiedBy>
  <cp:revision>8</cp:revision>
  <dcterms:created xsi:type="dcterms:W3CDTF">2026-05-10T04:13:43Z</dcterms:created>
  <dcterms:modified xsi:type="dcterms:W3CDTF">2026-05-10T10:58:10Z</dcterms:modified>
</cp:coreProperties>
</file>